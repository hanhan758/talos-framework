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内容权威：宣传母文案；对应讲稿：talos-enterprise-overview-deck-v1.md。
---
title: "TALOS 总览分享讲稿"
document_version: "1.1-review.1"
fact_date: 2026-09-06
status: first-release-copy-review
classification: PUBLIC
---
# TALOS 总览分享讲稿
&gt; 从你的资料出发，把大模型用进真实工作。
## 01 从你的资料出发
TALOS 帮助个人与企业管理自己的数据、建立与大模型协作的方法，并把资料和目标转化为可用成果。
## 02 当前切入
首版由规范、模板、学习与场景方案包，加配套 Obsidian 插件组成。以 macOS、单用户、单设备本地使用起步，Obsidian 笔记库为主，本地文件夹辅助。首版范围已基本确认，完整产品仍在建设与验证，尚未正式发售。
## 首版的三类完整流程
| 从哪里开始 | 怎样协作 | 希望得到什么 |
|---|---|---|
| 已有资料 | 选择来源、整理与检索、协作撰写、检查依据 | 可以实际使用的报告、方案或内容 |
| 一个目标 | 明确成果要求、组织资料、推进任务、检查交付 | 有成果、有重要决定、后续可继续的项目 |
| 重复工作 | 明确输入、处理步骤和输出，选择自动运行范围 | 可以复用、由人检查结果的工作流程 |
三类都进入首版建设范围。AI 参与哪些环节、参与到什么程度，由用户选择。
## 从现有资料开始配置
以选定资料分析为主、对话补充为辅，提出分类、地图、索引、关联，以及身份、目标、偏好与当前上下文的配置建议。模板、工作流程、维护和备份机制一并配置。模型推断需要确认后才能成为已确认事实。
已有目录可以保留；需要重组时先确认整理方案。默认先建立完整工作系统，也保留先完成一件具体任务的入口。使用中结合主动检查和系统建议，由用户确认配置更新。
首版范围包含 MD、TXT、PDF、Word、Excel、PPT 和图片文字识别。办公文档、图片识别与已有资料库适配仍需补齐验证；音视频、Windows、跨设备与团队协作不在当前首版交付范围。
## 体验与学习
购买前采用演示与合成示例体验包，用准备好的资料说明典型流程。当前展示体验设计，完整示例包随产品验证推进提供；不提供使用个人资料的限时试用。
任务内引导与教程、示例、练习配套：先知道当前要做什么，再理解模型能够帮助的环节，最后检查成果。合成演示不作为真实客户成功案例。
## 从超级大脑到 TALOS
TALOS 的起点是超级大脑的真实使用：组织资料，留下目标与偏好，把知识用于工作，再把结果和经验沉淀回来。
这一轮重新定义采用统一基础。前期优先借鉴超级大脑已验证的数据和经验；现有部署包与插件作为实现母版，按新需求复用、改造并验证。私人实例用于理解机制，宣传展示使用经过授权的材料或明确标注的合成示例。
产品希望帮助更多人找到学习和使用大模型的路径，在配置、使用、场景搭建和持续升级的各环节提供解决方案。有效产出与人工关键决策贯穿其中。
## 当前进展
| 层次 | 已有依据 | 适用范围 |
|---|---|---|
| 真实经验 | 超级大脑中由用户验证的数据管理和工作经验 | 提炼母版规则，不等于所有客户场景已验证 |
| 插件基础 | 初始化、导入、检索、项目操作与备份恢复的指定测试 | 隔离 Obsidian 与合成资料范围 |
| 部署基础 | 独立候选的目录编译、文件生成、接续与恢复记录 | 本地候选，不等于真实模型完整任务通过 |
| 状态连接 | lili 与插件状态桥的真实宿主和用户验收记录 | 仅对应状态桥范围 |
| 首版完整产品 | 已有库适配、资料驱动配置、Office/OCR、三类真实模型任务 | 仍需建设与完整验收 |
真实用户测试先封闭、再逐步扩大。先检查成果是否满足用途，再与原有做法比较总耗时和人工修改量。尚无可用于宣传的效率倍数、客户规模或收入证明。
## 产品与服务方式
完整产品收费，以版本许可交付，用户保留已购版本。提供自助、初始化指导、场景陪跑三档，也可按需加购人工服务。
首购包含当前版本。后续更新按每次内容与价值决定免费或收费，由用户选择是否升级。可选年度维护包含约定支持和付费升级优惠，不默认包含全部收费版本。
基础规范与部分实现计划开放，进阶实现与专业服务商业化。各仓库现有许可证继续适用于其已发布内容；新产品开放清单、许可和价格另行公布。当前没有收款或购买入口。
## 从单人工作逐步走向协作
个人与企业的数据管理始终是核心。首阶段服务个人及企业员工的单人使用；团队、组织权限与协作后续建设。当前由用户选择模型和工具，模型订阅接入服务属于未来方向。
TALOS 从第一版采用统一数据标准、协作规范与接入接口。规范方案包和插件承担首版核心流程；lili 与其他专业应用按需要接入。Radar 能力已归并 lili，粒粒时空已并入 TALOS World 第一阶段。具体应用兼容范围按版本说明。
TALOS World 是长期愿景：在可靠的数据、工作和协作基础上，逐步形成用户与智能体共同参与的虚拟世界。
## 10 下一步
了解首版范围、使用路径与验证进展。
---
2026-09-06 宣传审阅稿。内容依据：[宣传母文案](../../publicity-v2/pp5-message-house-v2.md)。本次更新替代本文件 2026-09-01 的当前口径；旧 PDF、演示文件和图片按资料索引标记版本。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anhan758/talos-framework/releases/tag/v0.5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从资料到成果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从你的资料出发，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把大模型用进真实工作。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926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管理自己的数据，建立协作方法，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把资料和目标转化为可用成果。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85216" y="497433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个人与企业的数据管理 · 大模型学习与应用路径</a:t>
            </a:r>
            <a:endParaRPr lang="en-US" sz="1600" dirty="0"/>
          </a:p>
        </p:txBody>
      </p:sp>
      <p:pic>
        <p:nvPicPr>
          <p:cNvPr id="11" name="Image 0" descr="用户已批准的 TALOS Logo 原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2487168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核心需求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把手里的资料，带进要完成的工作。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资料有来处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整理自己的资料，保留来源，建立可持续维护的工作基础。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工作有方向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留下目标、偏好与重要决定，让大模型参与具体任务。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结果可继续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检查成果是否满足用途，再把结果与经验沉淀回来。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首版产品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规范方案包与 Obsidian 插件，两者配套。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规范与方案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协作规范、模板、学习材料与场景方案包，提供使用路径。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配套插件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承接资料接入、配置、检索与任务操作。完整流程仍在建设与验证。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首版环境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macOS · 单用户 · 单设备本地使用。Obsidian 为主，本地文件夹辅助。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三类完整流程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先知道要得到什么，再选择怎样协作。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资料 → 成果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选择来源，整理与检索，协作撰写并检查依据，形成报告、方案或内容。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 → 交付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明确成果要求，组织资料，推进任务，检查交付并留下重要决定。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重复工作 → 复用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明确输入、步骤与输出，选择自动运行范围，由人检查结果。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三类都进入首版建设范围，AI 参与程度由用户选择。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从现有资料开始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以资料分析为主，对话补充为辅。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选择资料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从选定的笔记库或文件夹开始，提出分类、地图、索引与关联建议。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人工确认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确认模型推断、身份、目标与偏好。目录可以保留，重组先确认方案。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持续维护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配套模板、工作流程与备份机制，使用中由用户确认配置更新。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默认建立完整工作系统，也保留先完成一件具体任务的入口。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协作选择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关键决定在你手里。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选择模型与工具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当前由用户自行选择。模型订阅接入服务属于未来方向。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 AI 参与程度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决定哪些环节交给 AI、参与到什么程度，以及自动运行的范围。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检查实际结果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先看成果能否使用，再比较总耗时和人工修改量。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学习与体验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让学习路径跟着真实任务走。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教程与练习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教程、示例与练习配套，帮助用户理解模型可以参与的环节。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任务内引导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先知道当前要做什么，再协作完成工作，最后检查成果。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购买前演示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采用准备好的合成资料展示典型流程。完整示例包随产品验证推进提供。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合成演示不作为真实客户案例；不提供使用个人资料的限时试用。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经验与验证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已有真实经验，完整产品继续验证。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母版经验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前期借鉴超级大脑经用户验证的数据与经验；现有部署包和插件作为实现母版。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局部基础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插件、部署候选和状态连接已有指定范围的验证记录，按证据范围说明能力。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仍需完成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已有库适配、资料驱动配置、Office/OCR 与三类真实模型任务，需要完整验收。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首版范围包含 MD、TXT、PDF、Word、Excel、PPT 和图片文字识别；当前没有效率倍数宣传数据。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产品与服务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按需要选择支持，也可以后续加购。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自助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使用规范、模板、插件与学习材料，按自己的节奏建立工作系统。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初始化指导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在约定范围内，获得资料接入与工作系统配置指导。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场景陪跑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围绕约定的工作搭建流程，检查成果并沉淀复用方式。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完整产品收费；具体价格、服务权益与购买入口尚未公布。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版本方式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保留已购版本，自主决定是否升级。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首购当前版本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以版本许可交付，用户保留所购版本。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更新可免费或收费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按每次更新内容与价值决定，发布前明确说明。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可选年度维护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包含约定支持和付费升级优惠，不默认包含全部收费版本。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基础规范与部分实现计划开放；进阶实现与专业服务商业化。既有仓库许可证继续有效。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阶段演进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从单人工作，逐步走向协作与 TALOS World。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首阶段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8521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服务个人和企业员工的单人使用，围绕三类完整流程建设首版。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37997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7997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后续阶段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37997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997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团队、组织权限与协作逐步建设；专业应用按需要通过统一基础接入。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74736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4736" y="2926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长期愿景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74736" y="3749040"/>
            <a:ext cx="342900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3968496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在可靠的数据、工作与协作基础上，逐步形成用户和智能体共同参与的虚拟世界。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5216" y="5705856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音视频、Windows、跨设备同步与团队协作不在当前首版交付范围。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65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TALOS  /  继续了解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85216" y="877824"/>
            <a:ext cx="11018520" cy="0"/>
          </a:xfrm>
          <a:prstGeom prst="line">
            <a:avLst/>
          </a:prstGeom>
          <a:noFill/>
          <a:ln w="25400">
            <a:solidFill>
              <a:srgbClr val="76B0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97280"/>
            <a:ext cx="10972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从公开框架开始，了解首版方向。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6263640"/>
            <a:ext cx="11018520" cy="0"/>
          </a:xfrm>
          <a:prstGeom prst="line">
            <a:avLst/>
          </a:prstGeom>
          <a:noFill/>
          <a:ln w="12700">
            <a:solidFill>
              <a:srgbClr val="D6D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43737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2026.09.06 · 宣传审阅版  |  首版建设中 → 完整产品尚未发售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2450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Framework v0.5 已正式发布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" y="3401568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公开框架、中英文文稿与 PDF 可在 GitHub 阅读。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完整软件首版仍在建设与验证，尚未正式发售。</a:t>
            </a:r>
            <a:endParaRPr lang="en-US" sz="2000" dirty="0"/>
          </a:p>
        </p:txBody>
      </p:sp>
      <p:sp>
        <p:nvSpPr>
          <p:cNvPr id="11" name="Text 8">
            <a:hlinkClick r:id="rId1" tooltip=""/>
          </p:cNvPr>
          <p:cNvSpPr/>
          <p:nvPr/>
        </p:nvSpPr>
        <p:spPr>
          <a:xfrm>
            <a:off x="585216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rgbClr val="17191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前往 GitHub · Framework v0.5</a:t>
            </a:r>
            <a:endParaRPr lang="en-US" sz="1800" dirty="0"/>
          </a:p>
        </p:txBody>
      </p:sp>
      <p:pic>
        <p:nvPicPr>
          <p:cNvPr id="12" name="Image 0" descr="用户已批准的 TALOS Logo 原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743200"/>
            <a:ext cx="288036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TALOS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TALOS · 从你的资料出发</dc:title>
  <dc:subject>首版产品与服务介绍 · 2026-09-06 宣传审阅版</dc:subject>
  <dc:creator>TALOS</dc:creator>
  <cp:lastModifiedBy>TALOS</cp:lastModifiedBy>
  <cp:revision>1</cp:revision>
  <dcterms:created xsi:type="dcterms:W3CDTF">2026-09-06T07:57:06Z</dcterms:created>
  <dcterms:modified xsi:type="dcterms:W3CDTF">2026-09-06T07:57:06Z</dcterms:modified>
</cp:coreProperties>
</file>